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8E5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John's AI Job-Application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7D6EC"/>
                </a:solidFill>
                <a:latin typeface="Calibri"/>
              </a:rPr>
              <a:t>A plain-English walkthrough of the script that turns any job description into a
matched scorecard, a tailored resume, and a cover letter —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96BC"/>
                </a:solidFill>
                <a:latin typeface="Calibri"/>
              </a:rPr>
              <a:t>scripts/jd_scorecard_resume_v2.py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7CA3"/>
                </a:solidFill>
                <a:latin typeface="Calibri"/>
              </a:rPr>
              <a:t>Prepared for a hiring-manager audience — no coding background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Tailoring a resume for every job is slow — and easy to fake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1/6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The old way, three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500">
                <a:solidFill>
                  <a:srgbClr val="3C475B"/>
                </a:solidFill>
                <a:latin typeface="Calibri"/>
              </a:rPr>
              <a:t>—  Generic resumes lose.</a:t>
            </a:r>
            <a:r>
              <a:rPr b="0" sz="1500">
                <a:solidFill>
                  <a:srgbClr val="3C475B"/>
                </a:solidFill>
                <a:latin typeface="Calibri"/>
              </a:rPr>
              <a:t>  Recruiters can tell in seconds when a resume wasn't tailored to their role.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500">
                <a:solidFill>
                  <a:srgbClr val="3C475B"/>
                </a:solidFill>
                <a:latin typeface="Calibri"/>
              </a:rPr>
              <a:t>—  Tailoring by hand doesn't scale.</a:t>
            </a:r>
            <a:r>
              <a:rPr b="0" sz="1500">
                <a:solidFill>
                  <a:srgbClr val="3C475B"/>
                </a:solidFill>
                <a:latin typeface="Calibri"/>
              </a:rPr>
              <a:t>  Rewriting a resume + cover letter + gap analysis for every application takes hours.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500">
                <a:solidFill>
                  <a:srgbClr val="3C475B"/>
                </a:solidFill>
                <a:latin typeface="Calibri"/>
              </a:rPr>
              <a:t>—  "AI-written" often means invented.</a:t>
            </a:r>
            <a:r>
              <a:rPr b="0" sz="1500">
                <a:solidFill>
                  <a:srgbClr val="3C475B"/>
                </a:solidFill>
                <a:latin typeface="Calibri"/>
              </a:rPr>
              <a:t>  Many AI resume tools quietly exaggerate or fabricate experience to look like a better fit.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371600"/>
            <a:ext cx="5166360" cy="4572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E5"/>
                </a:solidFill>
                <a:latin typeface="Calibri"/>
              </a:rPr>
              <a:t>What this script does instead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0" sz="1400">
                <a:solidFill>
                  <a:srgbClr val="0F1F3D"/>
                </a:solidFill>
                <a:latin typeface="Calibri"/>
              </a:rPr>
              <a:t>✓  Reads one job description and John's single verified profile.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0" sz="1400">
                <a:solidFill>
                  <a:srgbClr val="0F1F3D"/>
                </a:solidFill>
                <a:latin typeface="Calibri"/>
              </a:rPr>
              <a:t>✓  Produces a scorecard, a tailored resume, and a cover letter — in one run.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0" sz="1400">
                <a:solidFill>
                  <a:srgbClr val="0F1F3D"/>
                </a:solidFill>
                <a:latin typeface="Calibri"/>
              </a:rPr>
              <a:t>✓  Every fact traces back to one source file: no invented jobs, numbers, or skills.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0" sz="1400">
                <a:solidFill>
                  <a:srgbClr val="0F1F3D"/>
                </a:solidFill>
                <a:latin typeface="Calibri"/>
              </a:rPr>
              <a:t>✓  Honestly flags gaps instead of papering over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22 Jul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One input, three documents, zero manual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2/6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291840" cy="173736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" cy="17373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8E5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F3D"/>
                </a:solidFill>
                <a:latin typeface="Calibri"/>
              </a:rPr>
              <a:t>A job description
(the JD)</a:t>
            </a:r>
          </a:p>
        </p:txBody>
      </p:sp>
      <p:sp>
        <p:nvSpPr>
          <p:cNvPr id="10" name="Chevron 9"/>
          <p:cNvSpPr/>
          <p:nvPr/>
        </p:nvSpPr>
        <p:spPr>
          <a:xfrm>
            <a:off x="3813048" y="2240280"/>
            <a:ext cx="274320" cy="365760"/>
          </a:xfrm>
          <a:prstGeom prst="chevron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554480"/>
            <a:ext cx="3291840" cy="173736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109728" cy="17373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E5A"/>
                </a:solidFill>
                <a:latin typeface="Calibri"/>
              </a:rPr>
              <a:t>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F3D"/>
                </a:solidFill>
                <a:latin typeface="Calibri"/>
              </a:rPr>
              <a:t>John's verified profile
(john_profile.json)</a:t>
            </a:r>
          </a:p>
        </p:txBody>
      </p:sp>
      <p:sp>
        <p:nvSpPr>
          <p:cNvPr id="15" name="Chevron 14"/>
          <p:cNvSpPr/>
          <p:nvPr/>
        </p:nvSpPr>
        <p:spPr>
          <a:xfrm>
            <a:off x="7424928" y="2240280"/>
            <a:ext cx="274320" cy="365760"/>
          </a:xfrm>
          <a:prstGeom prst="chevron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80" y="1554480"/>
            <a:ext cx="3291840" cy="173736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80" y="1554480"/>
            <a:ext cx="109728" cy="173736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691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6A00"/>
                </a:solidFill>
                <a:latin typeface="Calibri"/>
              </a:rPr>
              <a:t>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11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F3D"/>
                </a:solidFill>
                <a:latin typeface="Calibri"/>
              </a:rPr>
              <a:t>Reads both, matches them
against each 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produces three outputs, every time: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3657600" cy="7315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JD MATCH SCORECARD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75B"/>
                </a:solidFill>
                <a:latin typeface="Calibri"/>
              </a:rPr>
              <a:t>A 0-100 fit score against this specific role, with honest
strengths, gaps, and a recommendation on whether to apply.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23360"/>
            <a:ext cx="365760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TAILORED 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75B"/>
                </a:solidFill>
                <a:latin typeface="Calibri"/>
              </a:rPr>
              <a:t>Same real work history, re-emphasized and re-worded to
speak the JD's language -- key results bolded for a fast read.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4023360"/>
            <a:ext cx="3657600" cy="73152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COVER LETTER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75B"/>
                </a:solidFill>
                <a:latin typeface="Calibri"/>
              </a:rPr>
              <a:t>A short, role-specific letter connecting John's track record
directly to what this employer said they need.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22 Jul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DEEP DIVE - OUTPUT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Scorecard -- an honest fit assessment, not a sales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What it 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Role summary</a:t>
            </a:r>
            <a:r>
              <a:rPr b="0" sz="1400">
                <a:solidFill>
                  <a:srgbClr val="3C475B"/>
                </a:solidFill>
                <a:latin typeface="Calibri"/>
              </a:rPr>
              <a:t>  what the employer is actually looking for, in plain terms.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Overall score (0-100)</a:t>
            </a:r>
            <a:r>
              <a:rPr b="0" sz="1400">
                <a:solidFill>
                  <a:srgbClr val="3C475B"/>
                </a:solidFill>
                <a:latin typeface="Calibri"/>
              </a:rPr>
              <a:t>  weighted by what matters most for THIS job, not a generic checklist.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8-12 scoring criteria</a:t>
            </a:r>
            <a:r>
              <a:rPr b="0" sz="1400">
                <a:solidFill>
                  <a:srgbClr val="3C475B"/>
                </a:solidFill>
                <a:latin typeface="Calibri"/>
              </a:rPr>
              <a:t>  each with a score, the real evidence behind it, and any gap.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Strengths &amp; gaps</a:t>
            </a:r>
            <a:r>
              <a:rPr b="0" sz="1400">
                <a:solidFill>
                  <a:srgbClr val="3C475B"/>
                </a:solidFill>
                <a:latin typeface="Calibri"/>
              </a:rPr>
              <a:t>  stated plainly -- including where John is a stretch, not just a lock.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Tailoring guidance</a:t>
            </a:r>
            <a:r>
              <a:rPr b="0" sz="1400">
                <a:solidFill>
                  <a:srgbClr val="3C475B"/>
                </a:solidFill>
                <a:latin typeface="Calibri"/>
              </a:rPr>
              <a:t>  concrete suggestions for the resume, interview prep, and certifications.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371600"/>
            <a:ext cx="5166360" cy="4572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E5"/>
                </a:solidFill>
                <a:latin typeface="Calibri"/>
              </a:rPr>
              <a:t>Why a hiring manager should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0" sz="1350">
                <a:solidFill>
                  <a:srgbClr val="0F1F3D"/>
                </a:solidFill>
                <a:latin typeface="Calibri"/>
              </a:rPr>
              <a:t>✓  It's the same rigor a good recruiter applies -- just automated and applied consistently to every role.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0" sz="1350">
                <a:solidFill>
                  <a:srgbClr val="0F1F3D"/>
                </a:solidFill>
                <a:latin typeface="Calibri"/>
              </a:rPr>
              <a:t>✓  The score isn't inflated: criteria weights and gaps are worked out per JD, not a fixed template.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0" sz="1350">
                <a:solidFill>
                  <a:srgbClr val="0F1F3D"/>
                </a:solidFill>
                <a:latin typeface="Calibri"/>
              </a:rPr>
              <a:t>✓  You're seeing the candidate's own self-assessment logic, in the open -- not a black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22 Jul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DEEP DIVE - OUTPUTS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Resume &amp; Cover Letter -- same facts, sharper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What changes per job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Which achievements lead</a:t>
            </a:r>
            <a:r>
              <a:rPr b="0" sz="1400">
                <a:solidFill>
                  <a:srgbClr val="3C475B"/>
                </a:solidFill>
                <a:latin typeface="Calibri"/>
              </a:rPr>
              <a:t>  the bullets most relevant to THIS job are surfaced first.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The language used</a:t>
            </a:r>
            <a:r>
              <a:rPr b="0" sz="1400">
                <a:solidFill>
                  <a:srgbClr val="3C475B"/>
                </a:solidFill>
                <a:latin typeface="Calibri"/>
              </a:rPr>
              <a:t>  reworded to echo the employer's own terms, without changing the facts.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Key numbers bolded</a:t>
            </a:r>
            <a:r>
              <a:rPr b="0" sz="1400">
                <a:solidFill>
                  <a:srgbClr val="3C475B"/>
                </a:solidFill>
                <a:latin typeface="Calibri"/>
              </a:rPr>
              <a:t>  results like "70% efficiency gain" or "HK$3.5M saved" are highlighted for a 6-second skim.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400">
                <a:solidFill>
                  <a:srgbClr val="3C475B"/>
                </a:solidFill>
                <a:latin typeface="Calibri"/>
              </a:rPr>
              <a:t>—  A short bridging section</a:t>
            </a:r>
            <a:r>
              <a:rPr b="0" sz="1400">
                <a:solidFill>
                  <a:srgbClr val="3C475B"/>
                </a:solidFill>
                <a:latin typeface="Calibri"/>
              </a:rPr>
              <a:t>  e.g. "Enterprise Architecture Relevance" -- connects the dots explicitly for this 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What never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0" sz="1350">
                <a:solidFill>
                  <a:srgbClr val="3C475B"/>
                </a:solidFill>
                <a:latin typeface="Calibri"/>
              </a:rPr>
              <a:t>=  The employers, job titles, and dates worked.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0" sz="1350">
                <a:solidFill>
                  <a:srgbClr val="3C475B"/>
                </a:solidFill>
                <a:latin typeface="Calibri"/>
              </a:rPr>
              <a:t>=  The actual results and figures achieved.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0" sz="1350">
                <a:solidFill>
                  <a:srgbClr val="3C475B"/>
                </a:solidFill>
                <a:latin typeface="Calibri"/>
              </a:rPr>
              <a:t>=  No new skills, tools, or certifications are ever added.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3611880"/>
            <a:ext cx="5166360" cy="233172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Both documents are also delivered as ready-to-send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2519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F1F3D"/>
                </a:solidFill>
                <a:latin typeface="Calibri"/>
              </a:rPr>
              <a:t>Word (.docx) files with proper formatting, headers, and bold text -- not just raw text output. They open exactly as you'd expect in Microsoft 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22 Jul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the output can be trusted, not just polished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5/6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90472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One single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Every fact must come from one verified file -- John's real career history. Nothing else is allowed 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60904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invented years, titles, or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The system is explicitly instructed never to overstate experience -- even softening exact figures like "27 years" to "extensive years" rather than risk a stale or overly-precise claim.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31336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581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Adjacent is not the same as direct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If a job asks for something John hasn't done exactly, the system must say so honestly -- it can show relevant, related experience, but is not allowed to claim direct hands-on experience that isn't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017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286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Every run is checked, not assumed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9437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Nothing is marked "done" until it has actually been run and the output has been inspected -- output is produced, not just described.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22 Jul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this means for you as a hiring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F3D"/>
                </a:solidFill>
                <a:latin typeface="Calibri"/>
              </a:rPr>
              <a:t>You're not reading a generic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75B"/>
                </a:solidFill>
                <a:latin typeface="Calibri"/>
              </a:rPr>
              <a:t>Every resume and cover letter you receive was generated specifically against your job description, using the same job-matching logic shown on the scorecard -- and grounded entirely in a single, honest record of real work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3520440" cy="306324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971800"/>
            <a:ext cx="3520440" cy="91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The same rigorous, criteria-based matching is applied to every application -- not just the ones John felt like polishing.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971800"/>
            <a:ext cx="3520440" cy="306324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971800"/>
            <a:ext cx="3520440" cy="91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Honesty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Gaps are disclosed, not hidden. Adjacent experience is labeled as adjacent, never dressed up as direct.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971800"/>
            <a:ext cx="3520440" cy="306324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971800"/>
            <a:ext cx="3520440" cy="9144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Speed without sloppiness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8404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A fully tailored application in minutes, not hours -- with formatting, tone, and content all matched to the role.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22 Jul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